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5AF4DB6B-2099-434E-A362-4BFECF1FD822}">
          <p14:sldIdLst>
            <p14:sldId id="256"/>
            <p14:sldId id="257"/>
          </p14:sldIdLst>
        </p14:section>
        <p14:section name="Untitled Section" id="{E8975DC0-ED92-40AF-9590-4F9FB389E539}">
          <p14:sldIdLst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  <p14:sldId id="268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9A8A8E7-9C63-4311-97A1-CFE9D2099F48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D30AAE-23F1-4A26-9EF9-362D16E4911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01560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FD30AAE-23F1-4A26-9EF9-362D16E49114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52044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59833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3989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7092125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589879"/>
            <a:ext cx="9590550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06013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1732449"/>
            <a:ext cx="5060497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2892" y="1732449"/>
            <a:ext cx="5064665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3551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89072" cy="4148769"/>
          </a:xfrm>
          <a:prstGeom prst="rect">
            <a:avLst/>
          </a:prstGeom>
        </p:spPr>
      </p:pic>
      <p:pic>
        <p:nvPicPr>
          <p:cNvPr id="21" name="Picture 20" descr="Slate-V2-H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8485" y="1734506"/>
            <a:ext cx="5089072" cy="414876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72" y="1835254"/>
            <a:ext cx="4876344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5872" y="2380137"/>
            <a:ext cx="4876344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94967" y="1835254"/>
            <a:ext cx="4895330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94967" y="2380137"/>
            <a:ext cx="4895330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873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8412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9683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1518"/>
            <a:ext cx="3706889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9596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923"/>
            <a:ext cx="5934949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439261"/>
            <a:ext cx="5934949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36855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108728"/>
            <a:ext cx="1035376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069051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60313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9979153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08730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571750"/>
            <a:ext cx="3300984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44868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480368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480367"/>
            <a:ext cx="3300984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480365"/>
            <a:ext cx="3300984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20934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597872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9173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1732449"/>
            <a:ext cx="1035376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DF83445C-B55E-4419-9F66-97E7487D6C43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5883275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D14637A-F71B-4A68-88BB-762B191F4EB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233989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337E0-4E68-B5EB-B6DD-9F99433982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60704" y="411480"/>
            <a:ext cx="11036807" cy="1783080"/>
          </a:xfrm>
        </p:spPr>
        <p:txBody>
          <a:bodyPr>
            <a:normAutofit fontScale="90000"/>
          </a:bodyPr>
          <a:lstStyle/>
          <a:p>
            <a:r>
              <a:rPr lang="en-US" sz="3200" b="1" dirty="0"/>
              <a:t>Sri Venkateswara College of </a:t>
            </a:r>
            <a:br>
              <a:rPr lang="en-US" sz="3200" b="1" dirty="0"/>
            </a:br>
            <a:r>
              <a:rPr lang="en-US" sz="3200" b="1" dirty="0"/>
              <a:t>Engineering and Technology(Autonomous)</a:t>
            </a:r>
            <a:br>
              <a:rPr lang="en-US" sz="3200" b="1" dirty="0"/>
            </a:br>
            <a:r>
              <a:rPr lang="en-US" sz="2400" b="1" dirty="0"/>
              <a:t>R.V.S Nagar ,Chittoor -517 127.(A.P)</a:t>
            </a:r>
            <a:br>
              <a:rPr lang="en-US" sz="3200" b="1" dirty="0"/>
            </a:br>
            <a:r>
              <a:rPr lang="en-US" sz="2400" b="1" dirty="0"/>
              <a:t>Department of Computer Science and Engineering (Cyber security)</a:t>
            </a:r>
            <a:br>
              <a:rPr lang="en-US" sz="2400" b="1" dirty="0"/>
            </a:br>
            <a:endParaRPr lang="en-IN" sz="24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411C0C-B447-1159-180D-88BEC1A3325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2104" y="2048256"/>
            <a:ext cx="11036806" cy="4617720"/>
          </a:xfrm>
        </p:spPr>
        <p:txBody>
          <a:bodyPr>
            <a:normAutofit lnSpcReduction="10000"/>
          </a:bodyPr>
          <a:lstStyle/>
          <a:p>
            <a:r>
              <a:rPr lang="en-US" b="1" dirty="0"/>
              <a:t>Domain:</a:t>
            </a:r>
            <a:r>
              <a:rPr lang="en-US" dirty="0"/>
              <a:t> Data Analytics &amp; Machine Learning</a:t>
            </a:r>
          </a:p>
          <a:p>
            <a:r>
              <a:rPr lang="en-US" dirty="0"/>
              <a:t>PROJECT TITLE: Book Recommendation and Reader Analytics</a:t>
            </a:r>
          </a:p>
          <a:p>
            <a:r>
              <a:rPr lang="en-IN" dirty="0"/>
              <a:t>Trainer: Mrs. S. Kalpana</a:t>
            </a:r>
          </a:p>
          <a:p>
            <a:endParaRPr lang="en-IN" dirty="0"/>
          </a:p>
          <a:p>
            <a:pPr algn="l"/>
            <a:r>
              <a:rPr lang="en-IN" dirty="0"/>
              <a:t>SUBMITTED BY:   </a:t>
            </a:r>
          </a:p>
          <a:p>
            <a:pPr algn="l"/>
            <a:r>
              <a:rPr lang="en-IN" dirty="0"/>
              <a:t>                              D. Yamini Pradeepthini   -   22781A3710</a:t>
            </a:r>
          </a:p>
          <a:p>
            <a:pPr algn="l"/>
            <a:r>
              <a:rPr lang="en-IN" dirty="0"/>
              <a:t>                              D. Venkatesh                     -   22781A3711</a:t>
            </a:r>
          </a:p>
          <a:p>
            <a:pPr algn="l"/>
            <a:r>
              <a:rPr lang="en-IN" dirty="0"/>
              <a:t>                              K. Sushmitha                    -   22781A3722</a:t>
            </a:r>
          </a:p>
          <a:p>
            <a:pPr algn="l"/>
            <a:r>
              <a:rPr lang="en-IN" dirty="0"/>
              <a:t>                              K. Humaya Sree                -   22781A3723</a:t>
            </a:r>
          </a:p>
          <a:p>
            <a:pPr algn="l"/>
            <a:r>
              <a:rPr lang="en-IN" dirty="0"/>
              <a:t>                              K. Mounika                       -   22781A3724</a:t>
            </a:r>
          </a:p>
          <a:p>
            <a:r>
              <a:rPr lang="en-IN" dirty="0"/>
              <a:t>   </a:t>
            </a:r>
          </a:p>
        </p:txBody>
      </p:sp>
      <p:pic>
        <p:nvPicPr>
          <p:cNvPr id="4" name="Picture 3" descr="SVCET - Sri Venkateswara College of ...">
            <a:extLst>
              <a:ext uri="{FF2B5EF4-FFF2-40B4-BE49-F238E27FC236}">
                <a16:creationId xmlns:a16="http://schemas.microsoft.com/office/drawing/2014/main" id="{8CD73336-9356-8847-A98C-6B0FC0B564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2104" y="493776"/>
            <a:ext cx="1600200" cy="132993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32A5C06-20DE-F994-0C77-E6E174C1249A}"/>
              </a:ext>
            </a:extLst>
          </p:cNvPr>
          <p:cNvCxnSpPr>
            <a:cxnSpLocks/>
          </p:cNvCxnSpPr>
          <p:nvPr/>
        </p:nvCxnSpPr>
        <p:spPr>
          <a:xfrm flipV="1">
            <a:off x="0" y="1906010"/>
            <a:ext cx="12192000" cy="6655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407844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8CD663-BE83-355F-2679-A8A48F1F4C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3ED5F-9B44-33E5-9AA0-F6500D312E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683" y="2089065"/>
            <a:ext cx="10353762" cy="4058751"/>
          </a:xfrm>
        </p:spPr>
        <p:txBody>
          <a:bodyPr/>
          <a:lstStyle/>
          <a:p>
            <a:r>
              <a:rPr lang="en-US" dirty="0"/>
              <a:t>With the rapid growth of digital content, discovering relevant books has become challenging</a:t>
            </a:r>
          </a:p>
          <a:p>
            <a:r>
              <a:rPr lang="en-US" dirty="0"/>
              <a:t>Readers often struggle to find books matching their interests and reading habits</a:t>
            </a:r>
          </a:p>
          <a:p>
            <a:r>
              <a:rPr lang="en-US" dirty="0"/>
              <a:t>Traditional recommendation systems focus mainly on popularity</a:t>
            </a:r>
          </a:p>
          <a:p>
            <a:r>
              <a:rPr lang="en-US" dirty="0"/>
              <a:t>Machine learning enables personalized recommendations based on user behavior</a:t>
            </a:r>
          </a:p>
          <a:p>
            <a:r>
              <a:rPr lang="en-US" dirty="0"/>
              <a:t>Reader analytics helps understand preferences, trends, and engagement</a:t>
            </a:r>
          </a:p>
        </p:txBody>
      </p:sp>
    </p:spTree>
    <p:extLst>
      <p:ext uri="{BB962C8B-B14F-4D97-AF65-F5344CB8AC3E}">
        <p14:creationId xmlns:p14="http://schemas.microsoft.com/office/powerpoint/2010/main" val="4074178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A641C-65EE-E3F6-304F-1B3030C958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9D200E8-A234-360A-D679-54A1949BB3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04088" y="1580051"/>
            <a:ext cx="11237976" cy="4524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This project presents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Recommendation and Reader Analytics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developed using data   analytics and machine learning techniques.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aims to improve book discovery by generating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based on user preferences, book metadata, and interaction history.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Multiple recommendation techniques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content-based filtering, collaborative filtering, and a Random Forest prediction model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are employed to enhance accuracy and relevance.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hybrid recommendation approach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is used to handle scenarios like cold start and sparse data.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system is implemented as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Streamlit 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providing features such as trending books, personalized suggestions,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wishlist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management, and reader analytics.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Experimental results demonstrate that the proposed system delivers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accurate, scalable, and user-friendly recommendations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it suitable for real-world applications.</a:t>
            </a:r>
          </a:p>
        </p:txBody>
      </p:sp>
    </p:spTree>
    <p:extLst>
      <p:ext uri="{BB962C8B-B14F-4D97-AF65-F5344CB8AC3E}">
        <p14:creationId xmlns:p14="http://schemas.microsoft.com/office/powerpoint/2010/main" val="2316847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B330F-3D24-96E5-B263-4871DFB762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OBJECTIVES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785D7CE-7D1E-7568-9D32-214593E305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010392" y="1580050"/>
            <a:ext cx="10267813" cy="480131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design and develop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book recommendation system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using machine learning techniques.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analyze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reader preferences, ratings, and interaction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effective recommendation generation.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apply and compare multiple recommendation approaches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content-based, collaborative, and hybrid methods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build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prediction model (Random Forest)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estimates the likelihood of a user liking a book.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implement an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web application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allows users to explore books, apply filters, and manage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wishlists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To provide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reader analytics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help understand reading trends, genre preferences, and user engagement.</a:t>
            </a:r>
          </a:p>
        </p:txBody>
      </p:sp>
    </p:spTree>
    <p:extLst>
      <p:ext uri="{BB962C8B-B14F-4D97-AF65-F5344CB8AC3E}">
        <p14:creationId xmlns:p14="http://schemas.microsoft.com/office/powerpoint/2010/main" val="1234700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2022F-A503-BE5C-DBAC-D99DFC0D6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6C1E8C-72F0-9681-AA55-3DA64A9969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14379" y="2052489"/>
            <a:ext cx="10353762" cy="4058751"/>
          </a:xfrm>
        </p:spPr>
        <p:txBody>
          <a:bodyPr/>
          <a:lstStyle/>
          <a:p>
            <a:r>
              <a:rPr lang="en-IN" dirty="0"/>
              <a:t>Primary dataset: Goodreads Books Dataset (Kaggle)</a:t>
            </a:r>
          </a:p>
          <a:p>
            <a:r>
              <a:rPr lang="en-IN" dirty="0"/>
              <a:t>Contains approximately 10,000 books</a:t>
            </a:r>
          </a:p>
          <a:p>
            <a:r>
              <a:rPr lang="en-IN" dirty="0"/>
              <a:t>Includes book metadata: title, author, genre, description</a:t>
            </a:r>
          </a:p>
          <a:p>
            <a:r>
              <a:rPr lang="en-IN" dirty="0"/>
              <a:t>Rating information: average rating, ratings count</a:t>
            </a:r>
          </a:p>
          <a:p>
            <a:r>
              <a:rPr lang="en-IN" dirty="0"/>
              <a:t>User interaction data: ratings, </a:t>
            </a:r>
            <a:r>
              <a:rPr lang="en-IN" dirty="0" err="1"/>
              <a:t>wishlist</a:t>
            </a:r>
            <a:r>
              <a:rPr lang="en-IN" dirty="0"/>
              <a:t>, reading history</a:t>
            </a:r>
          </a:p>
        </p:txBody>
      </p:sp>
    </p:spTree>
    <p:extLst>
      <p:ext uri="{BB962C8B-B14F-4D97-AF65-F5344CB8AC3E}">
        <p14:creationId xmlns:p14="http://schemas.microsoft.com/office/powerpoint/2010/main" val="4067883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3A765B-E8E0-E221-726B-CC1E486889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SYSTEM ARCHITECTURE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A4CB7582-DA81-C0C9-7E41-3C606BCDBE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3757" y="1846788"/>
            <a:ext cx="9754961" cy="4517435"/>
          </a:xfrm>
        </p:spPr>
      </p:pic>
    </p:spTree>
    <p:extLst>
      <p:ext uri="{BB962C8B-B14F-4D97-AF65-F5344CB8AC3E}">
        <p14:creationId xmlns:p14="http://schemas.microsoft.com/office/powerpoint/2010/main" val="137102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DA6A7-93B8-CC5B-AF4A-D5C73F26F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METHODOLOGY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AFD340-49F0-564D-5041-A23421B82A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6947" y="2103119"/>
            <a:ext cx="10353762" cy="4145281"/>
          </a:xfrm>
        </p:spPr>
        <p:txBody>
          <a:bodyPr/>
          <a:lstStyle/>
          <a:p>
            <a:r>
              <a:rPr lang="en-IN" dirty="0"/>
              <a:t>Content-Based Filtering using genre, author, and description similarity</a:t>
            </a:r>
          </a:p>
          <a:p>
            <a:r>
              <a:rPr lang="en-IN" dirty="0"/>
              <a:t>Collaborative Filtering based on user ratings and preferences</a:t>
            </a:r>
          </a:p>
          <a:p>
            <a:r>
              <a:rPr lang="en-IN" dirty="0"/>
              <a:t>Random Forest Classifier for predicting user interest</a:t>
            </a:r>
          </a:p>
          <a:p>
            <a:r>
              <a:rPr lang="en-IN" dirty="0"/>
              <a:t>Hybrid approach combining multiple recommendation strategies</a:t>
            </a:r>
          </a:p>
          <a:p>
            <a:r>
              <a:rPr lang="en-IN" dirty="0"/>
              <a:t>Improves accuracy and handles cold start scenarios</a:t>
            </a:r>
          </a:p>
          <a:p>
            <a:pPr marL="3690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41170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0A618-8EA6-7494-90AE-FDF63ABFE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MACHINE LEARNING MODEL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5759738-6A18-94A2-220A-59C5D67EF0D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2075083" y="1989721"/>
            <a:ext cx="8266781" cy="3884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Evaluated multiple machine learning models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 selected as final model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Reasons for selection: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 accuracy (87%)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Robust to noise and overfitting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Handles complex feature relationships</a:t>
            </a:r>
          </a:p>
          <a:p>
            <a:pPr marL="285750" marR="0" lvl="0" indent="-28575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Hyperparameter tuning using Grid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SearchCV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209212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A41A6-1DC6-3A10-A21B-9798208183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IMPLEMENTATION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73465A2-3F18-A296-F1FD-2704406559A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72163" y="1528143"/>
            <a:ext cx="9327485" cy="4577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dirty="0"/>
              <a:t>The system is implemented using </a:t>
            </a:r>
            <a:r>
              <a:rPr lang="en-US" sz="1800" b="1" dirty="0"/>
              <a:t>Python</a:t>
            </a:r>
            <a:r>
              <a:rPr lang="en-US" sz="1800" dirty="0"/>
              <a:t> as the primary programming language.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Pandas and NumPy</a:t>
            </a:r>
            <a:r>
              <a:rPr lang="en-US" sz="1800" dirty="0"/>
              <a:t> are used for data cleaning, preprocessing, and feature engineering.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Scikit-learn</a:t>
            </a:r>
            <a:r>
              <a:rPr lang="en-US" sz="1800" dirty="0"/>
              <a:t> is used to build, train, and evaluate machine learning models.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A </a:t>
            </a:r>
            <a:r>
              <a:rPr lang="en-US" sz="1800" b="1" dirty="0"/>
              <a:t>Random Forest classifier</a:t>
            </a:r>
            <a:r>
              <a:rPr lang="en-US" sz="1800" dirty="0"/>
              <a:t> is trained and optimized to predict user preferences.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Recommendation logic is implemented using </a:t>
            </a:r>
            <a:r>
              <a:rPr lang="en-US" sz="1800" b="1" dirty="0"/>
              <a:t>content-based, collaborative, and hybrid approaches</a:t>
            </a:r>
            <a:r>
              <a:rPr lang="en-US" sz="1800" dirty="0"/>
              <a:t>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Trained models are </a:t>
            </a:r>
            <a:r>
              <a:rPr lang="en-US" sz="1800" b="1" dirty="0"/>
              <a:t>serialized using Joblib</a:t>
            </a:r>
            <a:r>
              <a:rPr lang="en-US" sz="1800" dirty="0"/>
              <a:t> for efficient reuse during application execution.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The user interface is developed using </a:t>
            </a:r>
            <a:r>
              <a:rPr lang="en-US" sz="1800" b="1" dirty="0"/>
              <a:t>Streamlit</a:t>
            </a:r>
            <a:r>
              <a:rPr lang="en-US" sz="1800" dirty="0"/>
              <a:t>, enabling real-time interaction and recommendations.</a:t>
            </a:r>
          </a:p>
        </p:txBody>
      </p:sp>
    </p:spTree>
    <p:extLst>
      <p:ext uri="{BB962C8B-B14F-4D97-AF65-F5344CB8AC3E}">
        <p14:creationId xmlns:p14="http://schemas.microsoft.com/office/powerpoint/2010/main" val="36077572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3E1DFB-C431-1F7F-CD3C-5F9309F2A8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APPLICATION FEATURES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B1F51FBF-8BDC-10A6-B50C-DD58D80813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16988" y="1580050"/>
            <a:ext cx="10747375" cy="50270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Home Page with Trending Books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Displays popular and highly rated books to help users quickly discover interesting content.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Advanced Filtering Options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Allows users to filter books by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genre, language, and rating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enabling targeted recommendations.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Book Search and Discovery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search for books by title and explore detailed book information.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Similar Book Recommendations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Recommends books similar to the selected or searched book based on content similarity.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Wishlist and Reading History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Users can add books to a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wishlist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track previously viewed or liked books.</a:t>
            </a:r>
          </a:p>
          <a:p>
            <a:pPr marL="285750" marR="0" lvl="0" indent="-28575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v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Personalized Recommendations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Generates “You May Like This” suggestions based on user preferences and </a:t>
            </a:r>
            <a:r>
              <a:rPr kumimoji="0" lang="en-US" altLang="en-US" sz="18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wishlist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activity.</a:t>
            </a:r>
          </a:p>
        </p:txBody>
      </p:sp>
    </p:spTree>
    <p:extLst>
      <p:ext uri="{BB962C8B-B14F-4D97-AF65-F5344CB8AC3E}">
        <p14:creationId xmlns:p14="http://schemas.microsoft.com/office/powerpoint/2010/main" val="21135841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296C4-20AB-7330-3984-EDFAA57BF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RESULTS AND BENEFITS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7A6787E-6857-1348-F666-334A0BE7EC5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94923" y="1951405"/>
            <a:ext cx="11129329" cy="40780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1800" b="1" dirty="0"/>
              <a:t>Accurate Recommendations</a:t>
            </a:r>
            <a:br>
              <a:rPr lang="en-US" sz="1800" dirty="0"/>
            </a:br>
            <a:r>
              <a:rPr lang="en-US" sz="1800" dirty="0"/>
              <a:t>The system provides relevant and personalized book suggestions using machine learning models.</a:t>
            </a:r>
          </a:p>
          <a:p>
            <a:r>
              <a:rPr lang="en-US" sz="1800" b="1" dirty="0"/>
              <a:t>Improved Book Discovery</a:t>
            </a:r>
            <a:br>
              <a:rPr lang="en-US" sz="1800" dirty="0"/>
            </a:br>
            <a:r>
              <a:rPr lang="en-US" sz="1800" dirty="0"/>
              <a:t>Users can discover books faster compared to manual searching or generic recommendations.</a:t>
            </a:r>
          </a:p>
          <a:p>
            <a:r>
              <a:rPr lang="en-US" sz="1800" b="1" dirty="0"/>
              <a:t>Enhanced User Engagement</a:t>
            </a:r>
            <a:br>
              <a:rPr lang="en-US" sz="1800" dirty="0"/>
            </a:br>
            <a:r>
              <a:rPr lang="en-US" sz="1800" dirty="0"/>
              <a:t>Features like </a:t>
            </a:r>
            <a:r>
              <a:rPr lang="en-US" sz="1800" dirty="0" err="1"/>
              <a:t>wishlist</a:t>
            </a:r>
            <a:r>
              <a:rPr lang="en-US" sz="1800" dirty="0"/>
              <a:t>, personalized suggestions, and similar book recommendations increase user interaction.</a:t>
            </a:r>
          </a:p>
          <a:p>
            <a:r>
              <a:rPr lang="en-US" sz="1800" b="1" dirty="0"/>
              <a:t>Efficient System Performance</a:t>
            </a:r>
            <a:br>
              <a:rPr lang="en-US" sz="1800" dirty="0"/>
            </a:br>
            <a:r>
              <a:rPr lang="en-US" sz="1800" dirty="0"/>
              <a:t>Pre-trained models and optimized algorithms ensure fast response times.</a:t>
            </a:r>
          </a:p>
          <a:p>
            <a:r>
              <a:rPr lang="en-US" sz="1800" b="1" dirty="0"/>
              <a:t>Valuable Reader Analytics</a:t>
            </a:r>
            <a:br>
              <a:rPr lang="en-US" sz="1800" dirty="0"/>
            </a:br>
            <a:r>
              <a:rPr lang="en-US" sz="1800" dirty="0"/>
              <a:t>The system provides insights into reader preferences, popular genres, and reading trends.</a:t>
            </a:r>
          </a:p>
          <a:p>
            <a:r>
              <a:rPr lang="en-US" sz="1800" b="1" dirty="0"/>
              <a:t>Scalable and Extendable Design</a:t>
            </a:r>
            <a:br>
              <a:rPr lang="en-US" sz="1800" dirty="0"/>
            </a:br>
            <a:r>
              <a:rPr lang="en-US" sz="1800" dirty="0"/>
              <a:t>The modular architecture allows easy integration of new features and advanced models in the future.</a:t>
            </a:r>
          </a:p>
        </p:txBody>
      </p:sp>
    </p:spTree>
    <p:extLst>
      <p:ext uri="{BB962C8B-B14F-4D97-AF65-F5344CB8AC3E}">
        <p14:creationId xmlns:p14="http://schemas.microsoft.com/office/powerpoint/2010/main" val="766140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7B059B-C918-11B6-BCD0-9F3998983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 AND FUTURE SCOPE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A07FCC-1108-4F91-C540-C1A1862C9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3795" y="1732449"/>
            <a:ext cx="10353762" cy="4515951"/>
          </a:xfrm>
        </p:spPr>
        <p:txBody>
          <a:bodyPr/>
          <a:lstStyle/>
          <a:p>
            <a:pPr marL="36900" indent="0">
              <a:buNone/>
            </a:pPr>
            <a:r>
              <a:rPr lang="en-US" b="1" dirty="0"/>
              <a:t>Conclusion</a:t>
            </a:r>
          </a:p>
          <a:p>
            <a:r>
              <a:rPr lang="en-US" dirty="0"/>
              <a:t>Successfully implemented an ML-based recommendation system</a:t>
            </a:r>
          </a:p>
          <a:p>
            <a:r>
              <a:rPr lang="en-US" dirty="0"/>
              <a:t>Combined prediction and recommendation techniques</a:t>
            </a:r>
          </a:p>
          <a:p>
            <a:r>
              <a:rPr lang="en-US" dirty="0"/>
              <a:t>Delivered a user-friendly and effective solution</a:t>
            </a:r>
          </a:p>
          <a:p>
            <a:pPr marL="36900" indent="0">
              <a:buNone/>
            </a:pPr>
            <a:endParaRPr lang="en-US" dirty="0"/>
          </a:p>
          <a:p>
            <a:pPr marL="36900" indent="0">
              <a:buNone/>
            </a:pPr>
            <a:r>
              <a:rPr lang="en-US" b="1" dirty="0"/>
              <a:t>Future Scope</a:t>
            </a:r>
          </a:p>
          <a:p>
            <a:r>
              <a:rPr lang="en-US" dirty="0"/>
              <a:t>Integration of deep learning models</a:t>
            </a:r>
          </a:p>
          <a:p>
            <a:r>
              <a:rPr lang="en-US" dirty="0"/>
              <a:t>Real-time learning from user behavior</a:t>
            </a:r>
          </a:p>
          <a:p>
            <a:r>
              <a:rPr lang="en-US" dirty="0"/>
              <a:t>Mobile application development</a:t>
            </a:r>
          </a:p>
          <a:p>
            <a:r>
              <a:rPr lang="en-US" dirty="0"/>
              <a:t>Social and community-based recommendations</a:t>
            </a:r>
          </a:p>
        </p:txBody>
      </p:sp>
    </p:spTree>
    <p:extLst>
      <p:ext uri="{BB962C8B-B14F-4D97-AF65-F5344CB8AC3E}">
        <p14:creationId xmlns:p14="http://schemas.microsoft.com/office/powerpoint/2010/main" val="27058950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A7FCA-BB07-CEF6-F2DA-A6AE4D729E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57601" y="2582841"/>
            <a:ext cx="4184903" cy="1120479"/>
          </a:xfrm>
        </p:spPr>
        <p:txBody>
          <a:bodyPr>
            <a:normAutofit/>
          </a:bodyPr>
          <a:lstStyle/>
          <a:p>
            <a:pPr marL="36900" indent="0">
              <a:buNone/>
            </a:pPr>
            <a:r>
              <a:rPr lang="en-US" sz="4800" dirty="0"/>
              <a:t>THANK</a:t>
            </a:r>
            <a:r>
              <a:rPr lang="en-US" sz="4000" dirty="0"/>
              <a:t> </a:t>
            </a:r>
            <a:r>
              <a:rPr lang="en-US" sz="4800" dirty="0"/>
              <a:t>YOU</a:t>
            </a:r>
            <a:endParaRPr lang="en-IN" sz="4800" dirty="0"/>
          </a:p>
        </p:txBody>
      </p:sp>
    </p:spTree>
    <p:extLst>
      <p:ext uri="{BB962C8B-B14F-4D97-AF65-F5344CB8AC3E}">
        <p14:creationId xmlns:p14="http://schemas.microsoft.com/office/powerpoint/2010/main" val="151606680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37</TotalTime>
  <Words>884</Words>
  <Application>Microsoft Office PowerPoint</Application>
  <PresentationFormat>Widescreen</PresentationFormat>
  <Paragraphs>98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Calisto MT</vt:lpstr>
      <vt:lpstr>Wingdings</vt:lpstr>
      <vt:lpstr>Wingdings 2</vt:lpstr>
      <vt:lpstr>Slate</vt:lpstr>
      <vt:lpstr>Sri Venkateswara College of  Engineering and Technology(Autonomous) R.V.S Nagar ,Chittoor -517 127.(A.P) Department of Computer Science and Engineering (Cyber security) </vt:lpstr>
      <vt:lpstr>INTRODUCTION</vt:lpstr>
      <vt:lpstr>ABSTRACT</vt:lpstr>
      <vt:lpstr>OBJECTIVES</vt:lpstr>
      <vt:lpstr>DATASET DESCRIPTION</vt:lpstr>
      <vt:lpstr>SYSTEM ARCHITECTURE</vt:lpstr>
      <vt:lpstr>METHODOLOGY</vt:lpstr>
      <vt:lpstr>MACHINE LEARNING MODEL</vt:lpstr>
      <vt:lpstr>IMPLEMENTATION</vt:lpstr>
      <vt:lpstr>APPLICATION FEATURES</vt:lpstr>
      <vt:lpstr>RESULTS AND BENEFITS</vt:lpstr>
      <vt:lpstr>CONCLUSION AND FUTURE SCOPE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Kamsala Mounika</dc:creator>
  <cp:lastModifiedBy>Kamsala Mounika</cp:lastModifiedBy>
  <cp:revision>1</cp:revision>
  <dcterms:created xsi:type="dcterms:W3CDTF">2026-01-31T20:59:45Z</dcterms:created>
  <dcterms:modified xsi:type="dcterms:W3CDTF">2026-01-31T21:37:21Z</dcterms:modified>
</cp:coreProperties>
</file>